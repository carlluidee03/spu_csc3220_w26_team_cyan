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547DD-2271-4531-F990-47C92977D309}" v="16" dt="2026-02-25T07:33:30.554"/>
    <p1510:client id="{B6CD8524-B960-46FC-CD6C-9A84D8A0241E}" v="6" dt="2026-02-27T07:30:24.958"/>
    <p1510:client id="{DC17E087-1637-6028-8F59-32C7D6CAA054}" v="45" dt="2026-02-26T04:59:03.944"/>
    <p1510:client id="{F0C42D4B-BEC4-D7F9-7C87-B429B3D126FE}" v="3" dt="2026-02-25T17:23:17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537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218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185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907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26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6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5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62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6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62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60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498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rlLuidee03/SPU_CSC3220_W26_Team_Cya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9431" y="745440"/>
            <a:ext cx="8662314" cy="3559859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Digital Cookbook &amp; Recipe Archive Manager: Draft Persona and </a:t>
            </a:r>
            <a:r>
              <a:rPr lang="en-US" dirty="0" err="1">
                <a:ea typeface="+mj-lt"/>
                <a:cs typeface="+mj-lt"/>
              </a:rPr>
              <a:t>Moodboard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 Team Cyan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https://github.com/CarlLuidee03/SPU_CSC3220_W26_Team_Cyan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0945-0E63-1CCF-1169-DBB0D632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73" y="620202"/>
            <a:ext cx="9956747" cy="69886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Persona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DD9A4-857D-F2B7-22A8-6F89CD49B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119" y="1323452"/>
            <a:ext cx="6997556" cy="48981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 b="1">
                <a:ea typeface="+mn-lt"/>
                <a:cs typeface="+mn-lt"/>
              </a:rPr>
              <a:t>Name</a:t>
            </a:r>
            <a:r>
              <a:rPr lang="en-US" sz="2600">
                <a:ea typeface="+mn-lt"/>
                <a:cs typeface="+mn-lt"/>
              </a:rPr>
              <a:t>: Margaret Smith  </a:t>
            </a:r>
            <a:endParaRPr lang="en-US" sz="2600"/>
          </a:p>
          <a:p>
            <a:r>
              <a:rPr lang="en-US" sz="2600" b="1">
                <a:ea typeface="+mn-lt"/>
                <a:cs typeface="+mn-lt"/>
              </a:rPr>
              <a:t>Age</a:t>
            </a:r>
            <a:r>
              <a:rPr lang="en-US" sz="2600">
                <a:ea typeface="+mn-lt"/>
                <a:cs typeface="+mn-lt"/>
              </a:rPr>
              <a:t>: 37  </a:t>
            </a:r>
            <a:endParaRPr lang="en-US" sz="2600"/>
          </a:p>
          <a:p>
            <a:r>
              <a:rPr lang="en-US" sz="2600" b="1">
                <a:ea typeface="+mn-lt"/>
                <a:cs typeface="+mn-lt"/>
              </a:rPr>
              <a:t>Occupation</a:t>
            </a:r>
            <a:r>
              <a:rPr lang="en-US" sz="2600">
                <a:ea typeface="+mn-lt"/>
                <a:cs typeface="+mn-lt"/>
              </a:rPr>
              <a:t>: Accounting  </a:t>
            </a:r>
            <a:endParaRPr lang="en-US" sz="2600"/>
          </a:p>
          <a:p>
            <a:r>
              <a:rPr lang="en-US" sz="2600" b="1" dirty="0">
                <a:ea typeface="+mn-lt"/>
                <a:cs typeface="+mn-lt"/>
              </a:rPr>
              <a:t>Education</a:t>
            </a:r>
            <a:r>
              <a:rPr lang="en-US" sz="2600" dirty="0">
                <a:ea typeface="+mn-lt"/>
                <a:cs typeface="+mn-lt"/>
              </a:rPr>
              <a:t>: Bachelor's in Business  </a:t>
            </a:r>
            <a:endParaRPr lang="en-US" sz="2600"/>
          </a:p>
          <a:p>
            <a:r>
              <a:rPr lang="en-US" sz="2600" b="1">
                <a:ea typeface="+mn-lt"/>
                <a:cs typeface="+mn-lt"/>
              </a:rPr>
              <a:t>Hobbies</a:t>
            </a:r>
            <a:r>
              <a:rPr lang="en-US" sz="2600">
                <a:ea typeface="+mn-lt"/>
                <a:cs typeface="+mn-lt"/>
              </a:rPr>
              <a:t>: Cooking, Gatherings, Biking, and Photography   </a:t>
            </a:r>
            <a:endParaRPr lang="en-US" sz="2600"/>
          </a:p>
          <a:p>
            <a:r>
              <a:rPr lang="en-US" sz="2600" b="1">
                <a:ea typeface="+mn-lt"/>
                <a:cs typeface="+mn-lt"/>
              </a:rPr>
              <a:t>Marital Status</a:t>
            </a:r>
            <a:r>
              <a:rPr lang="en-US" sz="2600">
                <a:ea typeface="+mn-lt"/>
                <a:cs typeface="+mn-lt"/>
              </a:rPr>
              <a:t>: Married  </a:t>
            </a:r>
            <a:endParaRPr lang="en-US" sz="2600"/>
          </a:p>
          <a:p>
            <a:r>
              <a:rPr lang="en-US" sz="2600" b="1">
                <a:ea typeface="+mn-lt"/>
                <a:cs typeface="+mn-lt"/>
              </a:rPr>
              <a:t>Living Status</a:t>
            </a:r>
            <a:r>
              <a:rPr lang="en-US" sz="2600">
                <a:ea typeface="+mn-lt"/>
                <a:cs typeface="+mn-lt"/>
              </a:rPr>
              <a:t>: Owns a house, lives with husband and child</a:t>
            </a:r>
            <a:endParaRPr lang="en-US" sz="26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5B863-D55C-9829-A5B2-F2ABF7C13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F1E9-1E9D-462E-9139-38D61105A7D3}" type="datetime1"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74781-F9A9-24E7-7D11-CF741619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A4E05-086C-EB05-A3D8-447CD851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</a:t>
            </a:fld>
            <a:endParaRPr lang="en-US" dirty="0"/>
          </a:p>
        </p:txBody>
      </p:sp>
      <p:pic>
        <p:nvPicPr>
          <p:cNvPr id="11" name="Picture 10" descr="Husband, wife and their little daughter. Family portrait in nature. Mom and  Dad are holding the baby in their arms. A young family with children is  looking into the camera. 21558470 Stock">
            <a:extLst>
              <a:ext uri="{FF2B5EF4-FFF2-40B4-BE49-F238E27FC236}">
                <a16:creationId xmlns:a16="http://schemas.microsoft.com/office/drawing/2014/main" id="{FA9AAA67-749A-9C55-A007-24B18CF076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39" r="21235" b="4161"/>
          <a:stretch>
            <a:fillRect/>
          </a:stretch>
        </p:blipFill>
        <p:spPr>
          <a:xfrm>
            <a:off x="331191" y="1568174"/>
            <a:ext cx="4352742" cy="465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848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BA114-57FF-A28B-685B-B1E4D5E9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7F21-7160-D1E5-8B1E-050B8F84F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73" y="620202"/>
            <a:ext cx="9956747" cy="69886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Pain and Frustration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CFCBD-CEE3-FFA3-921E-F100E5053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1566868"/>
            <a:ext cx="11513877" cy="46100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ea typeface="+mn-lt"/>
                <a:cs typeface="+mn-lt"/>
              </a:rPr>
              <a:t>Margaret lives with her family in a house they own. She has a successful career in accounting and has no financial worries as a result. Her hobbies primarily include cooking and hosting get-togethers with family and friends. However, her occupation and </a:t>
            </a:r>
            <a:r>
              <a:rPr lang="en-US" sz="3000">
                <a:ea typeface="+mn-lt"/>
                <a:cs typeface="+mn-lt"/>
              </a:rPr>
              <a:t>responsibilities consume most of her days, leaving her little </a:t>
            </a:r>
            <a:r>
              <a:rPr lang="en-US" sz="3000" dirty="0">
                <a:ea typeface="+mn-lt"/>
                <a:cs typeface="+mn-lt"/>
              </a:rPr>
              <a:t>time to pursue these activities. </a:t>
            </a:r>
            <a:endParaRPr lang="en-US" sz="3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281F0-5F44-DFE4-9B6C-122F99E2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F1E9-1E9D-462E-9139-38D61105A7D3}" type="datetime1"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FDF88-4FAE-4894-9040-B28C1CA76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47B10-8287-2ED6-9ECF-DD6A41A6D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80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D4A7-772A-F087-F045-B67CC81B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E611-44CD-60F8-87D7-1DFA2CDF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73" y="620202"/>
            <a:ext cx="9956747" cy="69886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Needs and Goals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39E80-5D1E-5562-32E5-430C0B52B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1566868"/>
            <a:ext cx="11513877" cy="46100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000" dirty="0">
                <a:ea typeface="+mn-lt"/>
                <a:cs typeface="+mn-lt"/>
              </a:rPr>
              <a:t>Margaret cannot afford to waste the meager free time she is given if she wants the planned gathering to go forward, so she wants to prepare a recipe plan in advance.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92927-E2CE-F5B8-C1F7-5714B4C69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F1E9-1E9D-462E-9139-38D61105A7D3}" type="datetime1"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B10D7-5A38-1F35-868D-013A922C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044B-1973-F0AD-3048-B2AA1461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724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5A6EA-3798-C29C-BC11-D8BB00557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C41A-3084-A31A-2116-43464875C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>
            <a:normAutofit/>
          </a:bodyPr>
          <a:lstStyle/>
          <a:p>
            <a:r>
              <a:rPr lang="en-US" sz="4400" dirty="0" err="1"/>
              <a:t>Moodboard</a:t>
            </a:r>
          </a:p>
        </p:txBody>
      </p:sp>
      <p:pic>
        <p:nvPicPr>
          <p:cNvPr id="11" name="Content Placeholder 10" descr="A group of women standing next to food&#10;&#10;AI-generated content may be incorrect.">
            <a:extLst>
              <a:ext uri="{FF2B5EF4-FFF2-40B4-BE49-F238E27FC236}">
                <a16:creationId xmlns:a16="http://schemas.microsoft.com/office/drawing/2014/main" id="{ADC75928-B459-05E5-084B-7FF13B81993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7038555" y="-1104"/>
            <a:ext cx="5156198" cy="6860207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7D264-C106-E10B-EC5B-FDA127AE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BE0F1E9-1E9D-462E-9139-38D61105A7D3}" type="datetime1">
              <a:rPr lang="en-US"/>
              <a:pPr>
                <a:spcAft>
                  <a:spcPts val="600"/>
                </a:spcAft>
              </a:pPr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60039-164B-29C1-BEDB-BFA19B81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20BEA-6478-2110-32E1-B66AFC551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D1B76B-3213-466A-B2E8-62B15F98B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" y="2137833"/>
            <a:ext cx="7027400" cy="389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654035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DylanVTI</vt:lpstr>
      <vt:lpstr>Digital Cookbook &amp; Recipe Archive Manager: Draft Persona and Moodboard</vt:lpstr>
      <vt:lpstr>Persona</vt:lpstr>
      <vt:lpstr>Pain and Frustration</vt:lpstr>
      <vt:lpstr>Needs and Goals</vt:lpstr>
      <vt:lpstr>Moodboard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107</cp:revision>
  <dcterms:created xsi:type="dcterms:W3CDTF">2026-02-23T18:03:51Z</dcterms:created>
  <dcterms:modified xsi:type="dcterms:W3CDTF">2026-02-27T07:30:48Z</dcterms:modified>
</cp:coreProperties>
</file>