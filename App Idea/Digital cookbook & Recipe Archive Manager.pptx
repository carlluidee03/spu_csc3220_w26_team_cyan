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1" r:id="rId1"/>
  </p:sldMasterIdLst>
  <p:notesMasterIdLst>
    <p:notesMasterId r:id="rId7"/>
  </p:notesMasterIdLst>
  <p:sldIdLst>
    <p:sldId id="256" r:id="rId2"/>
    <p:sldId id="258" r:id="rId3"/>
    <p:sldId id="260" r:id="rId4"/>
    <p:sldId id="261" r:id="rId5"/>
    <p:sldId id="25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EF8AE5-A447-CB46-8A9C-57C2809C470E}" v="9" dt="2026-01-30T04:22:56.439"/>
    <p1510:client id="{71FB8E05-7A8A-D0A3-D836-E698136C62D7}" v="357" dt="2026-01-30T05:27:42.059"/>
    <p1510:client id="{CD1DFBA2-1964-7C4D-2C88-641983FABA29}" v="37" dt="2026-01-30T05:23:28.5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E61590-D4A8-5946-B6FC-D2768B41B836}"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6FF1B1-277F-1749-BEDE-B0852069EEEB}" type="slidenum">
              <a:rPr lang="en-US" smtClean="0"/>
              <a:t>‹#›</a:t>
            </a:fld>
            <a:endParaRPr lang="en-US"/>
          </a:p>
        </p:txBody>
      </p:sp>
    </p:spTree>
    <p:extLst>
      <p:ext uri="{BB962C8B-B14F-4D97-AF65-F5344CB8AC3E}">
        <p14:creationId xmlns:p14="http://schemas.microsoft.com/office/powerpoint/2010/main" val="317840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96FF1B1-277F-1749-BEDE-B0852069EEEB}" type="slidenum">
              <a:rPr lang="en-US" smtClean="0"/>
              <a:t>1</a:t>
            </a:fld>
            <a:endParaRPr lang="en-US"/>
          </a:p>
        </p:txBody>
      </p:sp>
    </p:spTree>
    <p:extLst>
      <p:ext uri="{BB962C8B-B14F-4D97-AF65-F5344CB8AC3E}">
        <p14:creationId xmlns:p14="http://schemas.microsoft.com/office/powerpoint/2010/main" val="3646365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Personal recipe manager, single user, beginner friendly application that allows the user to manage their recipes in an organized environment. Allows for users to access their recipes offline and stores them in a local relational database. Users won’t have to worry about losing their recipes or finding recipes anymore.</a:t>
            </a:r>
          </a:p>
        </p:txBody>
      </p:sp>
      <p:sp>
        <p:nvSpPr>
          <p:cNvPr id="4" name="Slide Number Placeholder 3"/>
          <p:cNvSpPr>
            <a:spLocks noGrp="1"/>
          </p:cNvSpPr>
          <p:nvPr>
            <p:ph type="sldNum" sz="quarter" idx="5"/>
          </p:nvPr>
        </p:nvSpPr>
        <p:spPr/>
        <p:txBody>
          <a:bodyPr/>
          <a:lstStyle/>
          <a:p>
            <a:fld id="{796FF1B1-277F-1749-BEDE-B0852069EEEB}" type="slidenum">
              <a:rPr lang="en-US" smtClean="0"/>
              <a:t>2</a:t>
            </a:fld>
            <a:endParaRPr lang="en-US"/>
          </a:p>
        </p:txBody>
      </p:sp>
    </p:spTree>
    <p:extLst>
      <p:ext uri="{BB962C8B-B14F-4D97-AF65-F5344CB8AC3E}">
        <p14:creationId xmlns:p14="http://schemas.microsoft.com/office/powerpoint/2010/main" val="408470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Users will be able to create, update, delete recipes easily. Recipes will include a title, description, instructions and list of ingredients with the quantities. Serving sizes will be able to be chosen by the user, and the recipe will adjust to the chosen serving size. The app will also allow for managing ingredients, and their quantity units, as well as possibly offer alternative ingredients in case of allergens. Allergen tracking is also a big feature. Users will have the ability to create allergen labels and filter recipes based on allergens. There will be categories based on cuisines, breakfast vs dinner meals, users will be able to upload nutritional facts and be able to filter recipes based on their goals. </a:t>
            </a:r>
          </a:p>
        </p:txBody>
      </p:sp>
      <p:sp>
        <p:nvSpPr>
          <p:cNvPr id="4" name="Slide Number Placeholder 3"/>
          <p:cNvSpPr>
            <a:spLocks noGrp="1"/>
          </p:cNvSpPr>
          <p:nvPr>
            <p:ph type="sldNum" sz="quarter" idx="5"/>
          </p:nvPr>
        </p:nvSpPr>
        <p:spPr/>
        <p:txBody>
          <a:bodyPr/>
          <a:lstStyle/>
          <a:p>
            <a:fld id="{796FF1B1-277F-1749-BEDE-B0852069EEEB}" type="slidenum">
              <a:rPr lang="en-US" smtClean="0"/>
              <a:t>5</a:t>
            </a:fld>
            <a:endParaRPr lang="en-US"/>
          </a:p>
        </p:txBody>
      </p:sp>
    </p:spTree>
    <p:extLst>
      <p:ext uri="{BB962C8B-B14F-4D97-AF65-F5344CB8AC3E}">
        <p14:creationId xmlns:p14="http://schemas.microsoft.com/office/powerpoint/2010/main" val="306173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32485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20710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98998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79412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79911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27835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55275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09696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11111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73940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81739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E31BA835-12AC-4E8F-955A-EA3F4DE2791F}" type="datetime1">
              <a:rPr lang="en-US" smtClean="0"/>
              <a:t>1/30/2026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208714796"/>
      </p:ext>
    </p:extLst>
  </p:cSld>
  <p:clrMap bg1="dk1" tx1="lt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324CF-FDE3-031C-BB15-F18A9CCD9BE8}"/>
              </a:ext>
            </a:extLst>
          </p:cNvPr>
          <p:cNvSpPr>
            <a:spLocks noGrp="1"/>
          </p:cNvSpPr>
          <p:nvPr>
            <p:ph type="ctrTitle"/>
          </p:nvPr>
        </p:nvSpPr>
        <p:spPr>
          <a:xfrm>
            <a:off x="725255" y="882342"/>
            <a:ext cx="10708216" cy="3497042"/>
          </a:xfrm>
        </p:spPr>
        <p:txBody>
          <a:bodyPr anchor="t">
            <a:normAutofit/>
          </a:bodyPr>
          <a:lstStyle/>
          <a:p>
            <a:r>
              <a:rPr lang="en-US">
                <a:solidFill>
                  <a:srgbClr val="FFFFFF"/>
                </a:solidFill>
              </a:rPr>
              <a:t>Digital Cookbook &amp;</a:t>
            </a:r>
            <a:br>
              <a:rPr lang="en-US">
                <a:solidFill>
                  <a:srgbClr val="FFFFFF"/>
                </a:solidFill>
              </a:rPr>
            </a:br>
            <a:r>
              <a:rPr lang="en-US">
                <a:solidFill>
                  <a:srgbClr val="FFFFFF"/>
                </a:solidFill>
              </a:rPr>
              <a:t>Recipe Archive Manager</a:t>
            </a:r>
          </a:p>
        </p:txBody>
      </p:sp>
      <p:sp>
        <p:nvSpPr>
          <p:cNvPr id="3" name="Subtitle 2">
            <a:extLst>
              <a:ext uri="{FF2B5EF4-FFF2-40B4-BE49-F238E27FC236}">
                <a16:creationId xmlns:a16="http://schemas.microsoft.com/office/drawing/2014/main" id="{2AC30D23-E4BF-5661-D59A-380AA0614479}"/>
              </a:ext>
            </a:extLst>
          </p:cNvPr>
          <p:cNvSpPr>
            <a:spLocks noGrp="1"/>
          </p:cNvSpPr>
          <p:nvPr>
            <p:ph type="subTitle" idx="1"/>
          </p:nvPr>
        </p:nvSpPr>
        <p:spPr>
          <a:xfrm>
            <a:off x="3566880" y="5157694"/>
            <a:ext cx="5019676" cy="976406"/>
          </a:xfrm>
        </p:spPr>
        <p:txBody>
          <a:bodyPr anchor="t">
            <a:normAutofit/>
          </a:bodyPr>
          <a:lstStyle/>
          <a:p>
            <a:r>
              <a:rPr lang="en-US">
                <a:solidFill>
                  <a:srgbClr val="FFFFFF"/>
                </a:solidFill>
              </a:rPr>
              <a:t>Team Cyan</a:t>
            </a:r>
          </a:p>
        </p:txBody>
      </p:sp>
    </p:spTree>
    <p:extLst>
      <p:ext uri="{BB962C8B-B14F-4D97-AF65-F5344CB8AC3E}">
        <p14:creationId xmlns:p14="http://schemas.microsoft.com/office/powerpoint/2010/main" val="283444724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20E8F-4970-BEE2-4266-32BAD608FD30}"/>
              </a:ext>
            </a:extLst>
          </p:cNvPr>
          <p:cNvSpPr>
            <a:spLocks noGrp="1"/>
          </p:cNvSpPr>
          <p:nvPr>
            <p:ph type="title"/>
          </p:nvPr>
        </p:nvSpPr>
        <p:spPr/>
        <p:txBody>
          <a:bodyPr/>
          <a:lstStyle/>
          <a:p>
            <a:r>
              <a:rPr lang="en-US"/>
              <a:t>Application Description</a:t>
            </a:r>
          </a:p>
        </p:txBody>
      </p:sp>
      <p:sp>
        <p:nvSpPr>
          <p:cNvPr id="3" name="Content Placeholder 2">
            <a:extLst>
              <a:ext uri="{FF2B5EF4-FFF2-40B4-BE49-F238E27FC236}">
                <a16:creationId xmlns:a16="http://schemas.microsoft.com/office/drawing/2014/main" id="{42D88D04-2F74-E717-147C-4045F5A0B3A7}"/>
              </a:ext>
            </a:extLst>
          </p:cNvPr>
          <p:cNvSpPr>
            <a:spLocks noGrp="1"/>
          </p:cNvSpPr>
          <p:nvPr>
            <p:ph idx="1"/>
          </p:nvPr>
        </p:nvSpPr>
        <p:spPr/>
        <p:txBody>
          <a:bodyPr vert="horz" lIns="91440" tIns="45720" rIns="91440" bIns="45720" rtlCol="0" anchor="t">
            <a:normAutofit/>
          </a:bodyPr>
          <a:lstStyle/>
          <a:p>
            <a:r>
              <a:rPr lang="en-US" sz="3000"/>
              <a:t>Offline application for managing personal recipes.</a:t>
            </a:r>
          </a:p>
          <a:p>
            <a:r>
              <a:rPr lang="en-US" sz="3000"/>
              <a:t>Users can create, view, update, and delete recipes.</a:t>
            </a:r>
          </a:p>
          <a:p>
            <a:r>
              <a:rPr lang="en-US" sz="3000"/>
              <a:t>User-friendly approach to searching and organizing recipes.</a:t>
            </a:r>
          </a:p>
        </p:txBody>
      </p:sp>
    </p:spTree>
    <p:extLst>
      <p:ext uri="{BB962C8B-B14F-4D97-AF65-F5344CB8AC3E}">
        <p14:creationId xmlns:p14="http://schemas.microsoft.com/office/powerpoint/2010/main" val="1153343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a:extLst>
              <a:ext uri="{FF2B5EF4-FFF2-40B4-BE49-F238E27FC236}">
                <a16:creationId xmlns:a16="http://schemas.microsoft.com/office/drawing/2014/main" id="{15DCD6AE-4372-702F-D762-CC6CAF6CAC08}"/>
              </a:ext>
            </a:extLst>
          </p:cNvPr>
          <p:cNvPicPr>
            <a:picLocks noChangeAspect="1"/>
          </p:cNvPicPr>
          <p:nvPr/>
        </p:nvPicPr>
        <p:blipFill>
          <a:blip r:embed="rId2"/>
          <a:srcRect r="7826"/>
          <a:stretch>
            <a:fillRect/>
          </a:stretch>
        </p:blipFill>
        <p:spPr>
          <a:xfrm>
            <a:off x="3045635" y="1375401"/>
            <a:ext cx="6112244" cy="4111585"/>
          </a:xfrm>
          <a:prstGeom prst="rect">
            <a:avLst/>
          </a:prstGeom>
        </p:spPr>
      </p:pic>
    </p:spTree>
    <p:extLst>
      <p:ext uri="{BB962C8B-B14F-4D97-AF65-F5344CB8AC3E}">
        <p14:creationId xmlns:p14="http://schemas.microsoft.com/office/powerpoint/2010/main" val="1665570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BF02C-B63C-1179-76FE-480325A2B482}"/>
            </a:ext>
          </a:extLst>
        </p:cNvPr>
        <p:cNvGrpSpPr/>
        <p:nvPr/>
      </p:nvGrpSpPr>
      <p:grpSpPr>
        <a:xfrm>
          <a:off x="0" y="0"/>
          <a:ext cx="0" cy="0"/>
          <a:chOff x="0" y="0"/>
          <a:chExt cx="0" cy="0"/>
        </a:xfrm>
      </p:grpSpPr>
      <p:pic>
        <p:nvPicPr>
          <p:cNvPr id="6" name="Picture 5" descr="A screenshot of a computer program&#10;&#10;AI-generated content may be incorrect.">
            <a:extLst>
              <a:ext uri="{FF2B5EF4-FFF2-40B4-BE49-F238E27FC236}">
                <a16:creationId xmlns:a16="http://schemas.microsoft.com/office/drawing/2014/main" id="{D04BD2AC-2838-8E58-31F1-880C3E561D45}"/>
              </a:ext>
            </a:extLst>
          </p:cNvPr>
          <p:cNvPicPr>
            <a:picLocks noChangeAspect="1"/>
          </p:cNvPicPr>
          <p:nvPr/>
        </p:nvPicPr>
        <p:blipFill>
          <a:blip r:embed="rId2"/>
          <a:stretch>
            <a:fillRect/>
          </a:stretch>
        </p:blipFill>
        <p:spPr>
          <a:xfrm>
            <a:off x="2535163" y="1038087"/>
            <a:ext cx="7132719" cy="4781826"/>
          </a:xfrm>
          <a:prstGeom prst="rect">
            <a:avLst/>
          </a:prstGeom>
        </p:spPr>
      </p:pic>
    </p:spTree>
    <p:extLst>
      <p:ext uri="{BB962C8B-B14F-4D97-AF65-F5344CB8AC3E}">
        <p14:creationId xmlns:p14="http://schemas.microsoft.com/office/powerpoint/2010/main" val="2989557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8CF1-9B66-8BCB-9B00-6244D0CFAFC3}"/>
              </a:ext>
            </a:extLst>
          </p:cNvPr>
          <p:cNvSpPr>
            <a:spLocks noGrp="1"/>
          </p:cNvSpPr>
          <p:nvPr>
            <p:ph type="title"/>
          </p:nvPr>
        </p:nvSpPr>
        <p:spPr/>
        <p:txBody>
          <a:bodyPr/>
          <a:lstStyle/>
          <a:p>
            <a:r>
              <a:rPr lang="en-US"/>
              <a:t>Application Functions</a:t>
            </a:r>
          </a:p>
        </p:txBody>
      </p:sp>
      <p:sp>
        <p:nvSpPr>
          <p:cNvPr id="3" name="Content Placeholder 2">
            <a:extLst>
              <a:ext uri="{FF2B5EF4-FFF2-40B4-BE49-F238E27FC236}">
                <a16:creationId xmlns:a16="http://schemas.microsoft.com/office/drawing/2014/main" id="{F6F69E0C-2AA3-9518-93CD-3F96A85D667E}"/>
              </a:ext>
            </a:extLst>
          </p:cNvPr>
          <p:cNvSpPr>
            <a:spLocks noGrp="1"/>
          </p:cNvSpPr>
          <p:nvPr>
            <p:ph idx="1"/>
          </p:nvPr>
        </p:nvSpPr>
        <p:spPr/>
        <p:txBody>
          <a:bodyPr vert="horz" lIns="91440" tIns="45720" rIns="91440" bIns="45720" rtlCol="0" anchor="t">
            <a:normAutofit/>
          </a:bodyPr>
          <a:lstStyle/>
          <a:p>
            <a:r>
              <a:rPr lang="en-US"/>
              <a:t>Offline/local access</a:t>
            </a:r>
          </a:p>
          <a:p>
            <a:r>
              <a:rPr lang="en-US"/>
              <a:t>Import and export recipes</a:t>
            </a:r>
          </a:p>
          <a:p>
            <a:r>
              <a:rPr lang="en-US"/>
              <a:t>Create and delete recipes</a:t>
            </a:r>
          </a:p>
          <a:p>
            <a:r>
              <a:rPr lang="en-US"/>
              <a:t>View and update recipe data</a:t>
            </a:r>
          </a:p>
          <a:p>
            <a:r>
              <a:rPr lang="en-US"/>
              <a:t>Search recipes by name or keywords</a:t>
            </a:r>
          </a:p>
          <a:p>
            <a:r>
              <a:rPr lang="en-US"/>
              <a:t>Sort and filter recipes based on recipe data and tags</a:t>
            </a:r>
          </a:p>
        </p:txBody>
      </p:sp>
    </p:spTree>
    <p:extLst>
      <p:ext uri="{BB962C8B-B14F-4D97-AF65-F5344CB8AC3E}">
        <p14:creationId xmlns:p14="http://schemas.microsoft.com/office/powerpoint/2010/main" val="83168855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5</Slides>
  <Notes>3</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Digital Cookbook &amp; Recipe Archive Manager</vt:lpstr>
      <vt:lpstr>Application Description</vt:lpstr>
      <vt:lpstr>PowerPoint Presentation</vt:lpstr>
      <vt:lpstr>PowerPoint Presentation</vt:lpstr>
      <vt:lpstr>Application Functions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Arias, Tatiana</dc:creator>
  <cp:revision>2</cp:revision>
  <dcterms:created xsi:type="dcterms:W3CDTF">2026-01-28T23:24:28Z</dcterms:created>
  <dcterms:modified xsi:type="dcterms:W3CDTF">2026-01-31T00:44:09Z</dcterms:modified>
</cp:coreProperties>
</file>